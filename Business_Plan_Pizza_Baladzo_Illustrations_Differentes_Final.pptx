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high_quality_dark_themed_business_plan_cover_s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Le projet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Une offre simple, visible et rentable, pensée pour le terrain.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Créer une remorque pizza identifiable, avec une carte claire et personnalisable.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Travailler sur les services du midi et du soir.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Positionnement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Restauration mobile de proximité.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Image artisanale grâce au four à bois.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Objectif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Démarrage progressif.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Suivi des ventes et ajustement selon la demande réelle.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Promesse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Des pizzas généreuses.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Commande simple, rapide et personnalisable.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02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L’offre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Une carte lisible + une personnalisation qui augmente le panier moyen.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Carte classique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Recettes connues et rassurantes.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Bases tomate et blanche, recettes du moment.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Pizza personnalisée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Le client choisit sa base.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Il ajoute les ingrédients selon ses envies.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Desserts &amp; boissons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Tiramisu, mousse chocolat, panna cotta, cookies, brownies.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Eaux, sodas et boissons à marge complémentaire.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Format S / L / XL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Pas une taille de pâte différente.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Une proportion d’ingrédients plus ou moins généreuse.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L’expérience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Le client comprend vite, choisit facilement et revient pour varier.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1.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Tomate ou blanche.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2. Ingrédients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Choix libre parmi les ingrédients disponibles.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3. Intensité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S, L ou XL selon la quantité souhaitée.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4. Commande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Sur place, par téléphone, réseaux sociaux ou directement sur le site internet Pizza Baladzo.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04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Clientèle &amp; moments de vente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Deux services pour lisser l’activité : midi pratique, soir convivial.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Le midi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Actifs, ouvriers, artisans, zones de passage.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Besoin de rapidité, prix clair et commande simple.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Le soir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Familles, habitants, villages.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Moment convivial, panier moyen plus élevé.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Événementiel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Marchés, fêtes locales, privatisations, associations.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Chiffre d’affaires additionnel et visibilité.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Fidélisation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Rendez-vous réguliers.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Précommandes et habitudes locales.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05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Organisation opérationnelle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Une structure pensée pour limiter les pertes et garder une qualité régulière.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Avant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Préparation de la pâte.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Ingrédients portionnés, stock contrôlé, remorque prête.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Pendant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Production courte.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Vente directe, encaissement simple, suivi des meilleures ventes.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Après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Nettoyage, inventaire, pertes notées.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Ajustement des quantités pour le lendemain.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Priorité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Régularité, hygiène, rapidité.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Maîtrise des achats.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06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Besoins de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Les postes à financer doivent être sécurisés avec des devis réels.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Remorque équipée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Remorque pizza professionnelle.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Achat uniquement : pas de location de remorque.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Four à bois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Four à bois professionnel.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Extraction adaptée, stockage du bois et sécurité.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Matériel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Froid, plan de travail inox, stockage, caisse, terminal de paiement.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Conformité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Assurance, hygiène, démarches administratives.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Devis réels et comparaison neuf/occasion.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07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Financement : remorque + véhicule tracteur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Une approche claire : acheter l’outil principal, rester flexible sur le véhicule.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Remorque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Achat obligatoire.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La remorque est l’outil principal de travail et ne sera pas louée.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Véhicule tracteur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Nécessaire car le four à bois rend l’ensemble plus lourd.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Véhicule adapté au PTAC et au permis.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Option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Location ou leasing du véhicule tracteur.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Préserve la trésorerie au démarrage.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Option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Achat du véhicule tracteur à crédit.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Permet de devenir propriétaire sur le long terme.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08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Scénarios juridiques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Un projet principal en SASU, avec une alternative de démarrage plus légère.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SASU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Structure crédible pour investir.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Séparation du patrimoine personnel et évolution possible.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Démarrage allégé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Budget maîtrisé.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Remorque achetée, véhicule tracteur en location/leasing si nécessaire.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Micro-entreprise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Solution de test possible.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À vérifier avec plafonds, TVA, charges et assurance.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Point clé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Le financement doit rester cohérent avec les ventes réelles.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Montée en charge progressive.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09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Prévisionnel : logique de rentabilité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Le pilotage se fait par nombre de pizzas, panier moyen, marge et coûts fixes.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Midi + soir.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Possibilité d’événementiel.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Ventes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Nombre de pizzas progressif.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Suivi des meilleures recettes.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Panier moyen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Pizza + boisson + dessert.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Options S / L / XL sur ingrédients.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Coûts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Matières premières, énergie, assurance, véhicule, entretien.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Pilotage prudent.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Message final pour les banques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Un projet concret, progressif et maîtrisé.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Je ne viens pas chercher un financement pour une idée improvisée.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Je présente un projet concret, construit autour d’une demande locale régulière.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Sécurité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Offre simple à comprendre.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Démarrage progressif et limitation des risques.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Terrain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Activité mesurable et ajustable.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Suivi des résultats réels.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Signature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Sébastien Abbeloos.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Pizza Baladzo.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11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Zone de chalandise autour de Courniou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Objectif : capter une clientèle locale régulière + événements.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Zone 1 — proximité directe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0 à 10 km : Courniou, Saint-Pons-de-Thomières, Riols, Prémian.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Zone 2 — tournée régulière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10 à 25 km : Labastide-Rouairoux, Olargues, Minerve / secteur Minervois.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Zone 3 — opportunités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25 à 45 km : Mazamet, Saint-Chinian, Lamalou-les-Bains, Bédarieux.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Potentiel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Bassin rural, passage touristique, marchés, campings et événements privés.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Communication &amp; site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Un levier majeur de visibilité, de commande et de fidélisation.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Site Pizza Baladzo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Carte, horaires, emplacements, événements.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Commande directement depuis le site internet.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Réseaux sociaux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Présence très active sur Facebook, Instagram, TikTok et groupes locaux.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Communauté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Créer une communauté locale fidèle.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Annoncer les tournées, nouveautés et offres.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Précommandes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Réduire l’attente.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Sécuriser le chiffre d’affaires avant le service.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13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Clientèle que Pizza Baladzo peut toucher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Une clientèle locale, professionnelle, touristique et événementielle.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Habitants locaux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Familles, couples, retraités, jeunes actifs.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Clientèle de proximité à fidéliser.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Travailleurs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Artisans, chauffeurs, salariés, commerçants.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Repas simples, rapides et qualitatifs.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Touristes &amp; week-end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Gîtes, campings, randonneurs, curistes.</a:t>
            </a:r>
          </a:p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Demande saisonnière intéressante.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Événements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Marchés, fêtes de village, associations, anniversaires, repas d’entreprise.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14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D2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5F5FA"/>
                </a:solidFill>
                <a:latin typeface="Arial"/>
              </a:rPr>
              <a:t>Plan d’action commercial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89611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D2CDE6"/>
                </a:solidFill>
                <a:latin typeface="Arial"/>
              </a:rPr>
              <a:t>Transformer la visibilité en habitudes d’achat.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1. Se faire connaître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Flyers, commerçants, réseaux sociaux locaux, panneaux de tournée.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554480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719072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77393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1709928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2. Créer des habitudes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19456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Même jour et même emplacement chaque semaine.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3. Augmenter le panier moyen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Desserts, boissons, formules famille, options S / L / XL.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77639"/>
            <a:ext cx="3520440" cy="1965960"/>
          </a:xfrm>
          <a:prstGeom prst="roundRect">
            <a:avLst/>
          </a:prstGeom>
          <a:solidFill>
            <a:srgbClr val="12121C"/>
          </a:solidFill>
          <a:ln w="15240">
            <a:solidFill>
              <a:srgbClr val="5D2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3712" y="4142231"/>
            <a:ext cx="384048" cy="384048"/>
          </a:xfrm>
          <a:prstGeom prst="ellipse">
            <a:avLst/>
          </a:prstGeom>
          <a:solidFill>
            <a:srgbClr val="8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97096"/>
            <a:ext cx="38404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133087"/>
            <a:ext cx="2697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5F5FA"/>
                </a:solidFill>
                <a:latin typeface="Arial"/>
              </a:rPr>
              <a:t>4. Sécuriser le chiffre d’affaires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17720"/>
            <a:ext cx="2971800" cy="118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150">
                <a:solidFill>
                  <a:srgbClr val="D2CDE6"/>
                </a:solidFill>
                <a:latin typeface="Arial"/>
              </a:rPr>
              <a:t>• Commandes site internet, Facebook, téléphone, privatisations.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6446520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918CA0"/>
                </a:solidFill>
                <a:latin typeface="Arial"/>
              </a:rPr>
              <a:t>Business plan Pizza Baladzo  •  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27848" y="1179576"/>
            <a:ext cx="3968496" cy="4233672"/>
          </a:xfrm>
          <a:prstGeom prst="roundRect">
            <a:avLst/>
          </a:prstGeom>
          <a:solidFill>
            <a:srgbClr val="0F0C16"/>
          </a:solidFill>
          <a:ln w="25400">
            <a:solidFill>
              <a:srgbClr val="8B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nal_unique_slide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1261872"/>
            <a:ext cx="3803904" cy="40690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10144" y="1261872"/>
            <a:ext cx="3803904" cy="4069080"/>
          </a:xfrm>
          <a:prstGeom prst="roundRect">
            <a:avLst/>
          </a:prstGeom>
          <a:noFill/>
          <a:ln w="19050">
            <a:solidFill>
              <a:srgbClr val="AA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